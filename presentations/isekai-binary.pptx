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ISEKAI v0.3.0: a single static Go binary. Everything shown in this deck is captured from the released binary running in a demo world against a scripted OpenAI-compatible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things the binary enforces in code. Each is proven by tests and attacked by an independent validator; the gate's shell-write blind spot and several permission bypasses were found and fixed before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step the cost is the same as other harnesses: one model call. Per task it should be lower — smaller prompts, cheaper models for reading, fewer redone steps — to be measured with Harbor.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token-consuming beat is plan. Budgets are readings, not feelings; past a budget the run checkpoints and prints a resume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capture: the model here is a scripted OpenAI-compatible server (the benchmark's fake vLLM), so the run is reproducible and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validator attacked the deny rule with eight disguises of git push; before the fix several slipped through. All hold now, with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static binary, linux and macOS, amd64 and arm64. Same commands in both distributions.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honesty rule: a switched-off instrument is a finding, not silence. The ranks line, models per role and rank, the sandbox probe, the drain passes and the budgets are all readings.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the strict parser rejected two of my own config mistakes with file and line — exactly as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five drain passes need no model at all. A verify failure keeps the old context — compaction can never lose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empty demo world has an empty registry, and the brief says so as a named gap rather than an empty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escalating chain: Great Sage → Raphael → Ciel. Each can run its own model; config refuses a chain where a later role sits on a weaker model. The session never chooses its own model — it runs on yours.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capturing this deck, usage showed the session's calls labelled as another rank: a machine-wide agent file had been imported as the session. Found here, fixed with a regression test, released as a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page at the root with tabs: Overview (the neural net beside the console, the timeline under it) · Console · Neural net · Metrics · Court · Memory · Toolbox · Config. A click pins an agent's card over the net. Every read is guarded to a loopback host; acts need a token. Mobile first: the phone layout on the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is isekai's own world: Rimuru, four elves, six orcs, twenty slimes and the minds they wear.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numbers come from the validation log and CI, not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Harbor is the Terminal-Bench team's framework; the adapter is ~100 lines against its BaseInstalledAgent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item landed by the same ladder: each layer green on its own tests before the next starts. v0.3.0 is the current release; the CHANGELOG has the full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Install, onboard,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.isekai/portraits/rimu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7236" y="822960"/>
            <a:ext cx="1554480" cy="155448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5603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600" kern="0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ISEKAI</a:t>
            </a:r>
            <a:endParaRPr lang="en-US" sz="5800" dirty="0"/>
          </a:p>
        </p:txBody>
      </p:sp>
      <p:sp>
        <p:nvSpPr>
          <p:cNvPr id="4" name="Text 1"/>
          <p:cNvSpPr txBox="1"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law as a harness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1645920" y="4114800"/>
            <a:ext cx="88971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 binary where the convention is enforced in code — not a prompt the model may skip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v0.3.0  ·  github.com/Kaginari/isekai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can read a rule — and still skip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harnesses put the law in the prompt. Here the harness is the law.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3911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review gate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 that changed the world is checked before it's called done: right author, invariants hold, work complete, doc changed with the code. The verdict is appended to log.md — even when the write came through the shell.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7830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03911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94767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240487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is classified before it runs — read · write · outward · destructive. Outward and destructive ask you. Per-command rules (bash:git push*) allow, ask or deny, and hold against wrapped forms like env git push or sh -c.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279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sandbox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is a persistent shell under bwrap: read-only filesystem except the world, no network unless the act was approved as outward, API keys and tokens scrubbed from the environment.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402336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55080" y="4279392"/>
            <a:ext cx="201168" cy="201168"/>
          </a:xfrm>
          <a:prstGeom prst="ellipse">
            <a:avLst/>
          </a:prstGeom>
          <a:solidFill>
            <a:srgbClr val="D640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4187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memory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464515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before every step, remember after. The unsaid (law · colony · territory) is surfaced and filed. When the context window fills, it is drained to memory by pointer — not summarized away.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loop as Claude Code and OpenCode — plus what they lack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per step. The other five beats are code: no tokens, milliseconds.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5994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/ OpenCode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Isekai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calls per 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the same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model sees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history, full tool outputs, every tool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pointers instead of file contents; only the tools that fit the turn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the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built in — the model says it's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per step + the review gate per turn, verdict in log.md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summary (lossy)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drain: mechanical passes first, one call for the undocumented and the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model for 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role on its own model (cheap to read, strong to judge)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or 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18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bounded retries, then one hop up with a named gap — never a guess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model sits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beats per tool step, every beat journaled.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663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663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0807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context %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208276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09444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09444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2500884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tool pointers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01084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02252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BD8C24"/>
          </a:solidFill>
          <a:ln w="12700">
            <a:solidFill>
              <a:srgbClr val="BD8C2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02252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0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93692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CALL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993892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95060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95060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86500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chosen tool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886700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87868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87868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179308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code / check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779508" y="278892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A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980676" y="2377440"/>
            <a:ext cx="1691640" cy="1463040"/>
          </a:xfrm>
          <a:prstGeom prst="roundRect">
            <a:avLst>
              <a:gd name="adj" fmla="val 7500"/>
            </a:avLst>
          </a:prstGeom>
          <a:solidFill>
            <a:srgbClr val="111A2A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980676" y="2560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072116" y="30632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notes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38912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step, the model is called only by the binary's own routed work: </a:t>
            </a:r>
            <a:pPr algn="ctr" indent="0" marL="0">
              <a:buNone/>
            </a:pPr>
            <a:r>
              <a:rPr lang="en-US" sz="1500" dirty="0">
                <a:solidFill>
                  <a:srgbClr val="EC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gate's verdict (Raphael), the drain's notes (Ciel), and each Court Body's own loop.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ask, end to end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run — classified step, the write, the report, the gate's verdict, live cost.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2194560"/>
          </a:xfrm>
          <a:prstGeom prst="roundRect">
            <a:avLst>
              <a:gd name="adj" fmla="val 4167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run "Create hello.txt with the line: hello bench"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6400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s1 bash [write] printf '%s\n' 'hello bench' &gt; hello.txt &amp;&amp; cat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ok (18ms)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 DONE wrote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 30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gate: Gate: n/a (no orcs)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· vllm/fake/vllm-coder · ctx 0% (OK) · 2780 tok · $0.0006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6766560" cy="2148840"/>
          </a:xfrm>
          <a:prstGeom prst="roundRect">
            <a:avLst>
              <a:gd name="adj" fmla="val 425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tail .isekai/log.md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98848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[2026-10-11T12:12:40+02:00] rimuru — Gate: n/a (no orcs) — Create hello.t…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**Task:** Create hello.txt with the line: hello bench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**Files:** hello.txt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**Gate:** Gate: n/a (no orcs)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**Result:** done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**Learned:** —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783080"/>
            <a:ext cx="40690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s1 bash [write]: the classifier settled the class before it ran — inside the world, so no prompt.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gate ran on the shell write and appended its verdict to log.md.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cost are live, priced from config — an unpriced model shows tokens, never a guess.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--json gives the same run as one JSON object for automation and benchmarks.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approval: the harness decides, not the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scripted model tried to write outside the world — refused before anyone was asked.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run "Create hello.txt with the line: hello bench"   # the model aims at /app/hello.txt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s1 bash refused by the guard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 DONE wrote /app/hello.txt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 30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5120640" cy="2834640"/>
          </a:xfrm>
          <a:prstGeom prst="roundRect">
            <a:avLst>
              <a:gd name="adj" fmla="val 3226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474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.isekai/config.yaml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767328"/>
            <a:ext cx="4754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ask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{ match: "bash:git push --force*",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deny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webfetch: { enabled: false }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3429000"/>
            <a:ext cx="5669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 that leaves the world is refused by the guard before any approval — scratch lives in the world (tools.tmpRedirect).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inside the world — run; the gate judges the result.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outward (network, outside paths, git push) · destructive — ask; with no TTY, deny and name the flag that would pre-approve.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specific rule wins; deny beats approval. Rules match the inner forms too: env git push, sh -c '…', git -C . push, xargs, sudo.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bare "allow everything" on outward is refused when config loads.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CLI, part by part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speaks the same instruments; nothing keeps a private store.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37947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repl (default) · dash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live session in the terminal, or beside it in the browser; /theme /settings /forge /status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run "&lt;ask&gt;"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ask to its end, non-interactive; --json for machines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resume · goal · review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a session · work until a command proves it · two reviewers, one shortlist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status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instrument board and the off-list — every disabled feature, and 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config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· explain · check · path · patch — every value with its origin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memory · toolbox · onto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memory tiers, the two-level tool registry, the ownership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usage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and cost by agent, role, rank, model and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forge · evolve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mint the skills a run proved · the evolution queue (propose mode)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bench · selftest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task set on each model · every package's self-checks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695B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isekai board · init · install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B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dashboard alone · found a world (light · medium · complex) · the law inside Claude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91640"/>
            <a:ext cx="457200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69480" y="1783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help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2075688"/>
            <a:ext cx="4206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[command] [flags]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      a live session (the default)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dash      a live session in the browser: prompt, the ne…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       run one ask to its end: run [--json] [--forma…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resume    resume a session: resume &lt;id&gt; [ask]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goal      work to a goal until a command proves it: goa…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review    two reviewers on two models, one merged short…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handoff   write a handoff for a fresh session: handoff 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sessions  list the sessions of this world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every reading — models, sandbox, guard, memor…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    config show [--yaml] | explain | check | path…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memory    the memory instrument (status, index, recall,…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toolbox   the toolbox instrument (index, brief, pick, l…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onto      the ontology (check, project, query)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evolve    the evolution queue (law.evolution, propose m…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forge     the forge desk — the drafts courts carried ho…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housekeep the chain law: audit member homes and links, …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status: nothing switched off is ever silent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can be disabled in config — and every disabled one is listed, with the file and line that did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status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10698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off: webfetch — disabled by tools.webfetch.enabled in ~/demo/.isekai/config.yaml:8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ranks: rimuru [rankSet: extend] ·  dark-elf (office raphael) ·  elf (office ciel) ·  high-orc (gate, sideways, ascends orc, 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default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office great-sage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office raphael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office ciel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elf → ciel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orc → raphael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slime → great-sage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kijin → raphael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high-elf → ciel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high-orc → raphael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rank  dark-elf → raphael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drain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gate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log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task  bench  vllm/fake/vllm-coder  ~/demo/.isekai/config.yaml:6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sandbox: bwrap (/usr/bin/bwrap bubblewrap 0.4.0)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guard: 33 patterns (2 sources)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compaction: drain · passes pointerize,trimSpent,unsaid,desk,episode,verify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session: off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 court: off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Configuration: everything on, config takes away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or JSON · seven layers · every value knows where it came from.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0" cy="4526280"/>
          </a:xfrm>
          <a:prstGeom prst="roundRect">
            <a:avLst>
              <a:gd name="adj" fmla="val 2020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.isekai/config.yaml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303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type: openai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baseURL: https://vllm.internal/v1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apiKeyEnv: VLLM_API_KEY   # never a key in a file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default: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offices: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great-sage: anthropic/claude-haiku-4-5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raphael:   anthropic/claude-opus-5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ciel:    anthropic/claude-fable-5-1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kube-pods: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run: [kubectl, get, pods, -n, "{{ns}}"]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class: outward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{ text: "Tests pass before a change lands.",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check: "go test ./..." }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92240" y="1783080"/>
            <a:ext cx="5166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defaults → ~/.config → project → project-local → env file → env → flags.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explain shows every value with its origin; config patch edits keeping your comments.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YAML: anything it can't parse is an error with file:line — never a silent misparse.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tools: each {{param}} fills one argument — '; rm -rf /' stays a file name.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rules go to the prompt; rules with a check are enforced by the gate.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endpoint: vLLM, Ollama, OpenRouter — keys from env only.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Memory, native in the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every agent has. Files are the truth; every index is derived and rebuildable.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 — per agent, per task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window (measured, never guessed) · working notes (~5 live thoughts) · a semantic cache so the same question costs one search.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474720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3832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— durable, git is the record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log.md · procedural: skills, commands, tools · semantic: the law, docs, the ownership graph. Recall ranks by meaning, then by relation.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700016"/>
            <a:ext cx="5760720" cy="1353312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956048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486460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— across agents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321808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shared notes travel with git; machine-shared notes span every world on the machine. The unsaid (law · colony · territory) lands here before a subagent's context dies.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0" y="1737360"/>
            <a:ext cx="5074920" cy="210312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66560" y="182880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memory status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121408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— demo · as rimuru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   context @? no Claude Code transcripts for this root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working 0 desks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cache   2 recalls cached, 4 hits  (.isekai/memory/s…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 episodic 2 · procedural 0 · semantic 18  (built 202…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  world 0 · machine 0 · unsaid law 0 · colony 0 · ter…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context window unmeasured — no Claude Code transcripts f…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0" y="4023360"/>
            <a:ext cx="5074920" cy="2240280"/>
          </a:xfrm>
          <a:prstGeom prst="roundRect">
            <a:avLst>
              <a:gd name="adj" fmla="val 4082"/>
            </a:avLst>
          </a:prstGeom>
          <a:solidFill>
            <a:srgbClr val="1218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12280" y="416052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Compaction = a drain, not a summary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pointerize: file reads become path:lines · hash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trim: finished steps shrink to their journal line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one call: surface the undocumented + write the notes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episode: log what landed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verify: ask kept, gaps kept, pointers resolve — or abort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toolbox: two levels, one budget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can grow without bound; the prompt does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1 — the manifest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gets only the entries that fit the ask and a token budget: name, one line, triggers, path, and the cost of loading it. Skills, commands, tools, agents, MCP servers — all priced.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77647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36850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Level 2 — the load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4223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loads a body only when it decides to use it — whole, or one section. Every load is journaled, so status reports what was loaded against what was merely offered.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53949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555955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546811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tool? Named, never looped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9253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+ closest alternatives; a need named twice becomes a config diff you approve.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440680" cy="2743200"/>
          </a:xfrm>
          <a:prstGeom prst="roundRect">
            <a:avLst>
              <a:gd name="adj" fmla="val 3333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toolbox brief "add a login endpoint with tests"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121408"/>
            <a:ext cx="5074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@TOOLS as=rimuru k=0 cost=0/1500 — level 2 on decision only: is…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@? registry empty — nothing under .claude/skills, .opencode/ski…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66344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toolset (max): bash, read/ls/glob/grep, write/edit/multiedit/patch/delete, git, webfetch, websearch, ask, dispatch, plan, desk, recall/remember, toolbox, onto, skill, pulse, MCP.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.claude/ and .opencode/ skills, commands and agents as they are.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Ranks and offices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ranks are the default; config can add, override, or replace them all (rankSet: replace).</a:t>
            </a:r>
            <a:endParaRPr lang="en-US" sz="1400" dirty="0"/>
          </a:p>
        </p:txBody>
      </p:sp>
      <p:pic>
        <p:nvPicPr>
          <p:cNvPr id="4" name="Image 0" descr="/home/monta/convention-jura/.isekai/portraits/rimu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1143000" cy="1143000"/>
          </a:xfrm>
          <a:prstGeom prst="ellipse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Rimuru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87452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session: thinks, decides, orders</a:t>
            </a:r>
            <a:endParaRPr lang="en-US" sz="1200" dirty="0"/>
          </a:p>
        </p:txBody>
      </p:sp>
      <p:pic>
        <p:nvPicPr>
          <p:cNvPr id="7" name="Image 1" descr="/home/monta/convention-jura/.isekai/portraits/el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1143000" cy="1143000"/>
          </a:xfrm>
          <a:prstGeom prst="ellipse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Elf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6235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mind and voice; routes work</a:t>
            </a:r>
            <a:endParaRPr lang="en-US" sz="1200" dirty="0"/>
          </a:p>
        </p:txBody>
      </p:sp>
      <p:pic>
        <p:nvPicPr>
          <p:cNvPr id="10" name="Image 2" descr="/home/monta/convention-jura/.isekai/portraits/or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783080"/>
            <a:ext cx="1143000" cy="1143000"/>
          </a:xfrm>
          <a:prstGeom prst="ellipse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3726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93726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 domain; holds the gate</a:t>
            </a:r>
            <a:endParaRPr lang="en-US" sz="1200" dirty="0"/>
          </a:p>
        </p:txBody>
      </p:sp>
      <p:pic>
        <p:nvPicPr>
          <p:cNvPr id="13" name="Image 3" descr="/home/monta/convention-jura/.isekai/portraits/s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46120"/>
            <a:ext cx="1143000" cy="1143000"/>
          </a:xfrm>
          <a:prstGeom prst="ellipse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8745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Slime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187452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of one zone; authors changes</a:t>
            </a:r>
            <a:endParaRPr lang="en-US" sz="1200" dirty="0"/>
          </a:p>
        </p:txBody>
      </p:sp>
      <p:pic>
        <p:nvPicPr>
          <p:cNvPr id="16" name="Image 4" descr="/home/monta/convention-jura/.isekai/portraits/kij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46120"/>
            <a:ext cx="1143000" cy="1143000"/>
          </a:xfrm>
          <a:prstGeom prst="ellipse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62356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Kijin</a:t>
            </a:r>
            <a:endParaRPr lang="en-US" sz="1600" dirty="0"/>
          </a:p>
        </p:txBody>
      </p:sp>
      <p:sp>
        <p:nvSpPr>
          <p:cNvPr id="18" name="Text 11"/>
          <p:cNvSpPr txBox="1"/>
          <p:nvPr/>
        </p:nvSpPr>
        <p:spPr>
          <a:xfrm>
            <a:off x="562356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lead of one subsystem (Keeper)</a:t>
            </a:r>
            <a:endParaRPr lang="en-US" sz="1200" dirty="0"/>
          </a:p>
        </p:txBody>
      </p:sp>
      <p:pic>
        <p:nvPicPr>
          <p:cNvPr id="19" name="Image 5" descr="/home/monta/convention-jura/.isekai/portraits/dark_el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3246120"/>
            <a:ext cx="1143000" cy="1143000"/>
          </a:xfrm>
          <a:prstGeom prst="ellipse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3726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Elf</a:t>
            </a:r>
            <a:endParaRPr lang="en-US" sz="1600" dirty="0"/>
          </a:p>
        </p:txBody>
      </p:sp>
      <p:sp>
        <p:nvSpPr>
          <p:cNvPr id="21" name="Text 13"/>
          <p:cNvSpPr txBox="1"/>
          <p:nvPr/>
        </p:nvSpPr>
        <p:spPr>
          <a:xfrm>
            <a:off x="9372600" y="3749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auditor: reviews verdicts and the log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4864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2695BD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77724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Sage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77724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— facts, file:line   →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429768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7C5CD6"/>
          </a:solidFill>
          <a:ln/>
        </p:spPr>
      </p:sp>
      <p:sp>
        <p:nvSpPr>
          <p:cNvPr id="26" name="Text 18"/>
          <p:cNvSpPr txBox="1"/>
          <p:nvPr/>
        </p:nvSpPr>
        <p:spPr>
          <a:xfrm>
            <a:off x="452628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Raphael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452628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— verdicts with evidence   →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8046720" y="4892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BD8C24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275320" y="500176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Ciel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8275320" y="54406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— drafts, the log, the desk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live session: keep talking while the work runs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Bodies run in the background; tokens and cost are an instrument.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852160" cy="2880360"/>
          </a:xfrm>
          <a:prstGeom prst="roundRect">
            <a:avLst>
              <a:gd name="adj" fmla="val 3175"/>
            </a:avLst>
          </a:prstGeom>
          <a:solidFill>
            <a:srgbClr val="0D1117"/>
          </a:solidFill>
          <a:ln w="9525">
            <a:solidFill>
              <a:srgbClr val="2B324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85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isekai usage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usage: 6 calls · 3 sessions · in 8100 (cache read 0, write 0) · out 2…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body: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rimuru              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office: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—                   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rank: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rimuru              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model: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vllm/fake/vllm-coder           6 calls  in     8100  out     240  $…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 day: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1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2026-10-11                     6 calls  in     8100  out     240  $…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783080"/>
            <a:ext cx="49834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while a turn runs — your line reaches the agent at its next tool step; Ctrl-C interrupts.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/agents and a status line: every live agent's role, model, state, context %, tokens, cost.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/send &lt;agent&gt; talks to a running Court Body; its context dies when its report is taken.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journal per call, priced from config; session and subagent budgets stop honestly at the line with a resume command.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session's own calls carry no role — only dispatched agents and routed calls do.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board: the world, seen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on localhost · the neural net in 2D and 3D, metrics, court, memory, toolbox, config · live over SSE · eight themes shared with the terminal.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655064"/>
            <a:ext cx="7159752" cy="4599432"/>
          </a:xfrm>
          <a:prstGeom prst="roundRect">
            <a:avLst>
              <a:gd name="adj" fmla="val 11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isekai-us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08660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84464" y="1655064"/>
            <a:ext cx="3136392" cy="4599432"/>
          </a:xfrm>
          <a:prstGeom prst="roundRect">
            <a:avLst>
              <a:gd name="adj" fmla="val 174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isekai-pho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21040" y="1691640"/>
            <a:ext cx="3063240" cy="45262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graph, and every value with its origin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neural net draws who owns what and how work flows; Config shows each value, the layer it came from, and what it does.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" y="1700784"/>
            <a:ext cx="11137392" cy="2441448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/home/monta/convention-jura/presentations/src/captures/isekai-colony-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37360"/>
            <a:ext cx="11064240" cy="236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12064" y="4306824"/>
            <a:ext cx="4873752" cy="1993392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monta/convention-jura/presentations/src/captures/isekai-config-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4343400"/>
            <a:ext cx="4800600" cy="19202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623560" y="4389120"/>
            <a:ext cx="5989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Lanes by rank; each tile four weeks of work; typed links: ground truth up to the gate holder, verdicts up to the elf.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node: its path lights up, its card floats over the net — who it answers to, what it owns, its skills, its value.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key carries a line saying what it does; the off-list names every disabled feature with its file and line.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promises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measured before each release.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695B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selftest checks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5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packages, race-clean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D8C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655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functions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828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64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 / 0.0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Harbor smoke: right / wrong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93192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validator attacked the gate, the sandbox, the permission rules, symlinks, secrets and injection — before release. Running the released binaries for this deck found the rest; each fix ships with a regression test.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commit: gofmt, vet, race tests, selftest, four builds, GoReleaser check and the Harbor smoke on GitHub's runners.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terminal's own tests drive the real host on a scripted model: twenty runs in a row green, and the README's screens come from them.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limits: providers' streaming, caching and fallbacks are tested against local fakes; live runs are free OpenRouter models.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Benchmarks under Harbor, in Docker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 per task, the agent inside, the task's own tests deciding. Every launch recorded.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Harbor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task in its own container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the static isekai, seeds a world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--json against any OpenAI-compatible model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43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task's tests: reward 1.0 or 0.0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2057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298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95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runs.jsonl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829800" y="22860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record → RESULTS.md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11880"/>
            <a:ext cx="110916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 smoke on every commit: a scripted OpenAI-compatible server stands in for vLLM — right answer must score 1.0, wrong 0.0.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at no API cost: your hosted vLLM, the same tasks, isekai against OpenCode on the same model.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runs only with an API key and a hard budget per task (budgets.session.usd).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v0.1: what v0.2 and v0.3 delivered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of v0.1, shipped — and what grew around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93392"/>
            <a:ext cx="201168" cy="201168"/>
          </a:xfrm>
          <a:prstGeom prst="ellipse">
            <a:avLst/>
          </a:prstGeom>
          <a:solidFill>
            <a:srgbClr val="2695B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runtime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59152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--docker-agent runs the whole binary in a container: the world read-write, the rest read-only. A full runtime image (Go, Node, Python, build tools, Chromium) is published; the sandbox hides host processes and credentials, Seatbelt on macOS.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993392"/>
            <a:ext cx="201168" cy="201168"/>
          </a:xfrm>
          <a:prstGeom prst="ellipse">
            <a:avLst/>
          </a:prstGeom>
          <a:solidFill>
            <a:srgbClr val="7C5C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4632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registries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59152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 models from a gateway, tools for the toolbox, npm · pip · go logins, a private container registry — and policy private-only, which refuses a command that fetches packages from anywhere else.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DCE3E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1993392"/>
            <a:ext cx="201168" cy="201168"/>
          </a:xfrm>
          <a:prstGeom prst="ellipse">
            <a:avLst/>
          </a:prstGeom>
          <a:solidFill>
            <a:srgbClr val="BD8C2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95360" y="190195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answered, healed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359152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 valued by its own job (meters on both faces); a strained creature draws the council, then relief, then evolution — split, mutate, rebirth — proven before it lands. The forge mints the skills a run proved.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the forge's second slice (minted tools proven in the sandbox), cargo and maven logins, a token-injecting egress proxy so no secret enters the container.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ISEKAI ⋄ THE LAW AS A HARNESS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monta/convention-jura/.isekai/portraits/rimur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1097280"/>
            <a:ext cx="1280160" cy="1280160"/>
          </a:xfrm>
          <a:prstGeom prst="ellipse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2606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CF1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ISEKAI v0.3.0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D8C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release download --repo Kaginari/isekai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2062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FB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isekai init   ·   isekai   ·   isekai run "…"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0" y="60350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linux/macOS · amd64/arm64 · github.com/Kaginari/isekai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2026-10-11T10:14:43Z</dcterms:created>
  <dcterms:modified xsi:type="dcterms:W3CDTF">2026-10-11T10:14:43Z</dcterms:modified>
</cp:coreProperties>
</file>