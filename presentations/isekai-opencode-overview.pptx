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deck explains the Isekai convention from OpenCode's perspective, since OpenCode is where Minds and Bodies are natively authored. A Claude Code compatibility appendix follows the main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slide. The core value proposition: persistence across session boundaries, via disk, not model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ranks, shown with their official portraits from .isekai/portraits/. Rimuru is the only rank excluded from model branding — it's model-agnostic by rule ('the throne does not choose its horse').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the Crest. Full text lives in .isekai/isekai.md — this is the memorable nine-breath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to the previous slide: one real biological phenomenon per Nature, chosen for the closest structural match, not just the name. Vitality = the G2/M checkpoint + p53-triggered apoptosis (change and record land together, or the cell is sacrificed — the convention's 'stale slime' verdict). Symbiosis = lichen (and, for the 'merge' verdict, endosymbiosis: mitochondria were once free-living bacteria). Evolution = CRISPR-Cas: the mistake literally mutates the genome, and the spacer is inherited by every daughter cell. Genesis = quorum sensing, e.g. Vibrio fischeri lighting up only at high density in the bobtail squid's light organ — 'one naming is an observation, two is a pattern'. Memory = hippocampal-neocortical consolidation; working memory itself holds only ~4 chunks (Cowan), the convention's '~5 thoughts'. Swarm = Dictyostelium discoideum — a slime that forms a colony only on observed convergence, apt for a convention whose ground-truth creatures are Slimes. Containment = the blood-brain barrier, a barrier that is structure rather than policy. The Wire = von Frisch's waggle dance: 'point, don't carry' and 'fix the schema' in one behaviour. Perception = proprioception; Ian Waterman's deafferentation case is the 'silent instrument is itself a finding' example. Icons are Font Awesome glyphs built locally (make_icons.js), not photos — Nature 7 forbids fetching from the network without the human's 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.isekai/ skeleton. Same shape whether founded from OpenCode or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is where both are natively authored — .opencode/ is the source-of-truth format the canon assumes.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Nature 5 is the biology (hippocampal buffer, sleep consolidation, cleared traces); this is where each memory lives. Short → distilled → long; shared is the bus between bodies. The DB tier, when a world needs it, is the same boundary with a bigger engine — see canon/memory-tiers.md.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kinds are the human's own (institutional / tribal / domain context), renamed into the world's vocabulary — Law, Colony, Territory — with the definitions kept exact. Colony is the kind the principle is really about: it is where the world's real knowledge leaks.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fits: the dispatch seam. Rimuru dispatching a Court Body is a loop run; the Elf's routing is the plan file; the Orc's gate is the verify beat plus the human gate above it for anything outward or destructive.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law's own sentence — 'loading is already two-tiered' — made an instrument and extended past Minds to commands, tools, Bodies and externals. In Claude Code level 2 is the Skill / ToolSearch by name; in OpenCode it is loading the skill; for a scripted Court Body it is toolbox.js load. The loop runs a pick before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/isekai and /genesis run identically in OpenCode and Claude Code. /don and /mint only make sense from the Claude Code side, since .opencode/ is already the native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Instruments are perception, not memory — what the world can check about itself right now, versus what a document claims. The bottom row is field-tested, not illustrative: OpenCode was actually installed and run on the machine this deck was built on, the 842M figure is the real, corrected total after fixing a Claude Code input-token undercount, and the 3 bugs (Claude cache-token undercount, a silent node:sqlite failure, and an OpenCode cache-token undercount) were each caught by an actual deterministic test script (.isekai/tools/test-opencode-integration.js), not by inspection.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Rimuru is deliberately excluded — the throne's mount is the human's choice, never hardcoded. Tuned by what each task actually demands, not by rank prestige: narrow scope (Slime) is not the same as low judgment, since a Slime authors real changes — retuned from Haiku to Sonnet 5 default accordingly. Ciel was the only office with no Opus escalation path at all; added one for heavy-synthesis pieces (a session report weaving many threads), kept separate from the Fable axis (voice-consistency specifically). This table is reference guidance today, not yet wired into /mint's actual minting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 slide. Four advantages, each tied to a Nature: Memory, The gate, Perception, and cross-ecosystem Minds &amp; Bodies.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sequence, grounded in a real fix from this session rather than a hypothetical. Context flows down (Rimuru -&gt; Elf -&gt; Orc -&gt; Slime); the gate (Orc + Raphael) is what stands between a Slime's change and it landing. Ciel's journaling step runs on Sonnet 5, its own floor -- the deterministic-script principle still applies, but only to inputs mechanical enough to bypass the Ciel office entirely (a raw field append with no prose); the moment Ciel itself is actually dispatched, its tier never drops below Raphael's, per the canon's own Great Sage -&gt; Raphael -&gt; Ciel evolutionary ordering.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answer to: can a Slime escalate past its own ceiling? Yes -- Absolute Rule III, named 'Confirmation and Escalation'. Verified this section is actually present and correctly readable by testing it live: asked a free, non-Claude OpenCode model (nemotron-3.5-lightning-free) to read isekai.md's Rule III cold and explain the escalation chain -- it correctly answered 'asks its immediate parent, never skipping a rank' without prompting, confirming the doc itself is the mechanism, not something Claude-specific.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Real, honest empirical test -- logged in .isekai/log.md 2026-09-20. Deliberately keeps the negative/mixed finding (cost went up, not down) rather than only reporting the correctness win, per this convention's own Nature 9 (Perception: compute it, don't eyeball it) and Nature 3 (Evolution: a finding that complicates the pitch still gets recorded, not filtered out).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Appendix, distinctly styled (slate background) to mark it as supplementary to the OpenCode-perspective main deck. The advantage: adopting Isekai isn't a bet on one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Minds and Bodies this deck describes are still read as they are (.opencode/ and .claude/ skills, commands and agents); what moved is the enforcement — from instructions the model follows to code the model cannot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Quote lifted directly from isekai.md's own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0515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⋄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0" y="214884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ISEKAI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42900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Reincarnating a Directory as a Living, Self-Documenting Multi-Agent World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91556" y="4160520"/>
            <a:ext cx="1005840" cy="0"/>
          </a:xfrm>
          <a:prstGeom prst="line">
            <a:avLst/>
          </a:prstGeom>
          <a:noFill/>
          <a:ln w="19050">
            <a:solidFill>
              <a:srgbClr val="BD8C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D8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CROSS-HARNESS CONVENTION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61722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convention-jura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sessions forget everything. Isekai doesn't.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4206240" cy="3566160"/>
          </a:xfrm>
          <a:prstGeom prst="rect">
            <a:avLst>
              <a:gd name="adj" fmla="val 3077"/>
            </a:avLst>
          </a:prstGeom>
          <a:solidFill>
            <a:srgbClr val="1218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9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carried into the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session, by default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828800"/>
            <a:ext cx="63367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coding session starts cold.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re-derives the codebase's shape, re-learns who owns what, and re-discovers the same gotchas the last session already found — because nothing survived the session boundary.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answers this with disk, not memory: a directory that adopts the convention gets a </a:t>
            </a:r>
            <a:pPr indent="0" marL="0">
              <a:buNone/>
            </a:pPr>
            <a:r>
              <a:rPr lang="en-US" sz="14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.isekai/</a:t>
            </a:r>
            <a:pPr indent="0" marL="0">
              <a:buNone/>
            </a:pPr>
            <a:r>
              <a:rPr lang="en-US" sz="14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folder holding the world's law, its change log, and the creatures that work in it — so the next session picks up exactly where the last one left off, by reading what's on disk instead of guessing.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Intelligence, distributed across four ranks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pic>
        <p:nvPicPr>
          <p:cNvPr id="4" name="Image 0" descr="/home/monta/convention-jura/presentations/src/icons/portraits/rimu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67128"/>
            <a:ext cx="960120" cy="960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057400" y="2057400"/>
            <a:ext cx="3625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Rimuru — the session agent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2057400" y="2441448"/>
            <a:ext cx="36255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Thinks, decides, orders. A machine-global throne body: one agent, installed once per machine, ruling whichever world it stands in. Works through the Elf by default.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23076" y="178308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pic>
        <p:nvPicPr>
          <p:cNvPr id="8" name="Image 1" descr="/home/monta/convention-jura/presentations/src/icons/portraits/e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08" y="2167128"/>
            <a:ext cx="960120" cy="960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40396" y="2057400"/>
            <a:ext cx="3625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Elf — the shared mind &amp; voice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40396" y="2441448"/>
            <a:ext cx="36255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across domains, routes work to Orcs, and is the one who speaks back up to the human. Every world gets at least one.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0080" y="374904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pic>
        <p:nvPicPr>
          <p:cNvPr id="12" name="Image 2" descr="/home/monta/convention-jura/presentations/src/icons/portraits/or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133088"/>
            <a:ext cx="960120" cy="9601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057400" y="4023360"/>
            <a:ext cx="3625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 — the domain ruler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2057400" y="4407408"/>
            <a:ext cx="36255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one domain and holds the gate: verifies the right Slime authored, traits hold, duties done, doc truthful. Nothing lands without its pass.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323076" y="374904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pic>
        <p:nvPicPr>
          <p:cNvPr id="16" name="Image 3" descr="/home/monta/convention-jura/presentations/src/icons/portraits/sl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4133088"/>
            <a:ext cx="960120" cy="9601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740396" y="4023360"/>
            <a:ext cx="3625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Slime — the ground truth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7740396" y="4407408"/>
            <a:ext cx="36255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narrow zone, held deeply. Authors changes there directly — its doc is the one fact anyone trusts about that zone.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Natures — the crest, read first, always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13432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doc change together, or the doc dies.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7784" y="169164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0664" y="1874520"/>
            <a:ext cx="384048" cy="38404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0664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53584" y="1828800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Symbiosis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68952" y="2313432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race does exactly its role — no duplication.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5488" y="169164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8368" y="1874520"/>
            <a:ext cx="384048" cy="38404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836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781288" y="1828800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96656" y="2313432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mistake mutates the genome, at once.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264408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447288"/>
            <a:ext cx="384048" cy="38404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401568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3886200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born silently — a need is named twice.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67784" y="3264408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0664" y="3447288"/>
            <a:ext cx="384048" cy="38404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50664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53584" y="3401568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68952" y="3886200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 are kept to ~5, distilled, let go.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95488" y="3264408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8368" y="3447288"/>
            <a:ext cx="384048" cy="38404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8368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781288" y="3401568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Swarm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96656" y="3886200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Colonies emerge from observed convergence.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837176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020056"/>
            <a:ext cx="384048" cy="38404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325880" y="4974336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Containment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" y="5458968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flows inward; nothing leaves without consent.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367784" y="4837176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0664" y="5020056"/>
            <a:ext cx="384048" cy="38404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550664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053584" y="4974336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Wire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568952" y="5458968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terse channel between machines; humans get courtesy.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095488" y="4837176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78368" y="5020056"/>
            <a:ext cx="384048" cy="38404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278368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8781288" y="4974336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8296656" y="5458968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watches itself — instruments stay lit.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Natures — as nature already does them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law is borrowed from a real phenomenon. The convention didn't invent these rules; biology did.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533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5" name="Image 0" descr="/home/monta/convention-jura/presentations/src/icons/natures/01-vitality-dna-check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73936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99032" y="1737360"/>
            <a:ext cx="2538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Vitality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399032" y="1938528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 checkpoints &amp; apoptosis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322576"/>
            <a:ext cx="3124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never divides before its genome is fully copied and repaired; a copy that can't be repaired triggers apoptosis — the cell removes itself rather than pass on a stale record.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367784" y="1627632"/>
            <a:ext cx="34533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10" name="Image 1" descr="/home/monta/convention-jura/presentations/src/icons/natures/02-symbiosis-lich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376" y="1773936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26736" y="1737360"/>
            <a:ext cx="2538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Symbiosis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5126736" y="1938528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Lichen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32376" y="2322576"/>
            <a:ext cx="3124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fungus builds the body, holds water and mines minerals; an alga or cyanobacterium photosynthesizes and feeds both. Neither does the other's job, and together they live on bare rock.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095488" y="1627632"/>
            <a:ext cx="34533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15" name="Image 2" descr="/home/monta/convention-jura/presentations/src/icons/natures/03-evolution-crisp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080" y="1773936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54440" y="1737360"/>
            <a:ext cx="2538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Evolution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8854440" y="1938528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CRISPR–Cas immunity in bacteria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260080" y="2322576"/>
            <a:ext cx="3124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bacterium that survives a phage stores a snippet of the invader's DNA in its own genome — at once. The next time that phage comes, Cas proteins cut it. The same mistake never repeats.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40080" y="3200400"/>
            <a:ext cx="34533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20" name="Image 3" descr="/home/monta/convention-jura/presentations/src/icons/natures/04-genesis-quorum-sens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346704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99032" y="3310128"/>
            <a:ext cx="2538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Genesis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399032" y="3511296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Quorum sensing (Vibrio fischeri)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3895344"/>
            <a:ext cx="3124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secretes a signal molecule; one cell's is noise. Only when the signal crosses a threshold — many cells naming the same need — does the colony switch on bioluminescence.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367784" y="3200400"/>
            <a:ext cx="34533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25" name="Image 4" descr="/home/monta/convention-jura/presentations/src/icons/natures/05-memory-sleep-consolid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2376" y="3346704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26736" y="3310128"/>
            <a:ext cx="2538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Memory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5126736" y="3511296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Sleep-dependent consolidation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532376" y="3895344"/>
            <a:ext cx="3124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hippocampus holds the day in a small buffer, replays it to the neocortex during slow-wave sleep, which distils it into durable schemas, then clears the buffer. Analysis up, wisdom down.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8095488" y="3200400"/>
            <a:ext cx="34533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30" name="Image 5" descr="/home/monta/convention-jura/presentations/src/icons/natures/06-swarm-slime-m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0080" y="3346704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854440" y="3310128"/>
            <a:ext cx="2538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Swarm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8854440" y="3511296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Dictyostelium slime mold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260080" y="3895344"/>
            <a:ext cx="3124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Solitary amoebae live alone while food lasts. When it runs out they pulse cAMP, converge into one migrating slug, fruit, and disperse. Nobody declares the colony; it emerges and dissolves.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640080" y="4773168"/>
            <a:ext cx="34533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35" name="Image 6" descr="/home/monta/convention-jura/presentations/src/icons/natures/07-containment-blood-brain-barri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919472"/>
            <a:ext cx="457200" cy="4572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99032" y="4882896"/>
            <a:ext cx="2538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Containment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399032" y="5084064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blood–brain barrier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804672" y="5468112"/>
            <a:ext cx="3124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junctions seal the brain's capillaries: nothing crosses by default. What the brain needs passes only through specific gated transporters. Consent is the tissue's shape, not a checklist.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4367784" y="4773168"/>
            <a:ext cx="34533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40" name="Image 7" descr="/home/monta/convention-jura/presentations/src/icons/natures/08-the-wire-waggle-dan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2376" y="4919472"/>
            <a:ext cx="457200" cy="4572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126736" y="4882896"/>
            <a:ext cx="2538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The Wire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5126736" y="5084064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honeybee waggle dance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4532376" y="5468112"/>
            <a:ext cx="3124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forager doesn't carry the field home — she points to it in a fixed schema: run angle = direction from the sun, run duration = distance. Known field order, so the field names disappear.</a:t>
            </a:r>
            <a:endParaRPr lang="en-US" sz="850" dirty="0"/>
          </a:p>
        </p:txBody>
      </p:sp>
      <p:sp>
        <p:nvSpPr>
          <p:cNvPr id="44" name="Shape 34"/>
          <p:cNvSpPr/>
          <p:nvPr/>
        </p:nvSpPr>
        <p:spPr>
          <a:xfrm>
            <a:off x="8095488" y="4773168"/>
            <a:ext cx="34533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45" name="Image 8" descr="/home/monta/convention-jura/presentations/src/icons/natures/09-perception-propriocepti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0080" y="4919472"/>
            <a:ext cx="457200" cy="4572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854440" y="4882896"/>
            <a:ext cx="2538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Perception</a:t>
            </a:r>
            <a:endParaRPr lang="en-US" sz="900" dirty="0"/>
          </a:p>
        </p:txBody>
      </p:sp>
      <p:sp>
        <p:nvSpPr>
          <p:cNvPr id="47" name="Text 36"/>
          <p:cNvSpPr txBox="1"/>
          <p:nvPr/>
        </p:nvSpPr>
        <p:spPr>
          <a:xfrm>
            <a:off x="8854440" y="5084064"/>
            <a:ext cx="2538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Proprioception</a:t>
            </a:r>
            <a:endParaRPr lang="en-US" sz="1250" dirty="0"/>
          </a:p>
        </p:txBody>
      </p:sp>
      <p:sp>
        <p:nvSpPr>
          <p:cNvPr id="48" name="Text 37"/>
          <p:cNvSpPr txBox="1"/>
          <p:nvPr/>
        </p:nvSpPr>
        <p:spPr>
          <a:xfrm>
            <a:off x="8260080" y="5468112"/>
            <a:ext cx="3124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spindles and tendon organs measure the body's own stretch and tension continuously; position is read, never guessed. When that instrument goes silent, every move must be checked by eye.</a:t>
            </a:r>
            <a:endParaRPr lang="en-US" sz="850" dirty="0"/>
          </a:p>
        </p:txBody>
      </p:sp>
      <p:sp>
        <p:nvSpPr>
          <p:cNvPr id="49" name="Text 3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reincarnated world has the same shape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1218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01168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.isekai/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isekai.md      the law every creature reads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log.md         append-only change chronicle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portraits/     one image per race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instruments/   the world watching itself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elf/orc/slime/ creatures live here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tmp/           the proving grounds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828800"/>
            <a:ext cx="53309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isekai.md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Nine Natures, Principles, Laws, and the gate. Every creature reads it before working; it changes only on the human's order.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C5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log.md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entry per change: task, files, gate verdict, result, what should be remembered. Never edited, only appended to.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founds it: </a:t>
            </a:r>
            <a:pPr indent="0" marL="0">
              <a:buNone/>
            </a:pPr>
            <a:r>
              <a:rPr lang="en-US" sz="1300" b="1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/isekai</a:t>
            </a:r>
            <a:pPr indent="0" marL="0">
              <a:buNone/>
            </a:pPr>
            <a:r>
              <a:rPr lang="en-US" sz="13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on a fresh reincarnation, it survey-populates the world in the same pass.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Minds &amp; Bodies — how creatures exist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25796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4" name="Image 0" descr="/home/monta/convention-jura/presentations/src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65960" y="2194560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017520"/>
            <a:ext cx="46771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stateless know-how. No memory of its own, does no work alone — a creature dons it for one task, then moves 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home: </a:t>
            </a:r>
            <a:pPr indent="0" marL="0">
              <a:buNone/>
            </a:pPr>
            <a:r>
              <a:rPr lang="en-US" sz="1150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.opencode/skills/&lt;name&gt;/SKILL.md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23076" y="1783080"/>
            <a:ext cx="5225796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8" name="Image 1" descr="/home/monta/convention-jura/presentations/src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2057400"/>
            <a:ext cx="914400" cy="914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48956" y="2194560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Bodies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597396" y="3017520"/>
            <a:ext cx="46771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vessel that actually runs and holds context. Never minted generic — born already named for the rank it serves: orc-security, slime-auth-zone.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home: </a:t>
            </a:r>
            <a:pPr indent="0" marL="0">
              <a:buNone/>
            </a:pPr>
            <a:r>
              <a:rPr lang="en-US" sz="11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.opencode/agents/*.md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memories — one shape for every creature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392424" cy="370332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3392424" cy="82296"/>
          </a:xfrm>
          <a:prstGeom prst="rect">
            <a:avLst/>
          </a:prstGeom>
          <a:solidFill>
            <a:srgbClr val="2695B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5000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body, per task — dies with the session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28437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context — measured, never felt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~5-thought desk on the worn Mind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recalls keyed by meaning; local, disposable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8264" y="1600200"/>
            <a:ext cx="3392424" cy="370332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98264" y="1600200"/>
            <a:ext cx="3392424" cy="82296"/>
          </a:xfrm>
          <a:prstGeom prst="rect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2584" y="187452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235000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— files are the truth, git is the record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880360"/>
            <a:ext cx="28437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— log.md, one memory per entry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— Minds, commands, tools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true — the law, creature docs, canon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6448" y="1600200"/>
            <a:ext cx="3392424" cy="370332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600200"/>
            <a:ext cx="3392424" cy="82296"/>
          </a:xfrm>
          <a:prstGeom prst="rect">
            <a:avLst/>
          </a:prstGeom>
          <a:solidFill>
            <a:srgbClr val="BD8C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30768" y="187452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235000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bodies, across worlds — append-only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880360"/>
            <a:ext cx="28437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.isekai/memory/shared — travels by git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~/.isekai/shared — one Rimuru, every world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outlive a Court Body goes here first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4406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the truth; every index is derived and rebuildable. </a:t>
            </a:r>
            <a:pPr indent="0" marL="0">
              <a:buNone/>
            </a:pPr>
            <a:r>
              <a:rPr lang="en-US" sz="1200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memory.js</a:t>
            </a:r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indexes them, recalls by meaning then by relation (the same typed bonds the colony draws), and reports each tier as an instrument reading — a silent tier is a finding, not a gap to route around.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unsaid is your real knowledge.”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creature wrote down is the smaller part of what it knows. The larger part sits in the head that did the work — and a head in this world is a context that dies.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392424" cy="2743200"/>
          </a:xfrm>
          <a:prstGeom prst="roundRect">
            <a:avLst>
              <a:gd name="adj" fmla="val 3333"/>
            </a:avLst>
          </a:prstGeom>
          <a:solidFill>
            <a:srgbClr val="171F30"/>
          </a:solidFill>
          <a:ln w="12700">
            <a:solidFill>
              <a:srgbClr val="2695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670048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7238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29000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rules, definitions and decisions the isekai runs on.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how data is modelled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semantic long memory — the law, canon, creature docs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8264" y="2468880"/>
            <a:ext cx="3392424" cy="2743200"/>
          </a:xfrm>
          <a:prstGeom prst="roundRect">
            <a:avLst>
              <a:gd name="adj" fmla="val 3333"/>
            </a:avLst>
          </a:prstGeom>
          <a:solidFill>
            <a:srgbClr val="171F30"/>
          </a:solidFill>
          <a:ln w="12700">
            <a:solidFill>
              <a:srgbClr val="BD8C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72584" y="2670048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Colony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307238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3429000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colony knows but rarely writes down anywhere.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how queries are executed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the unwritten — desks, shared notes, what Court Bodies carry and lose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56448" y="2468880"/>
            <a:ext cx="3392424" cy="2743200"/>
          </a:xfrm>
          <a:prstGeom prst="roundRect">
            <a:avLst>
              <a:gd name="adj" fmla="val 3333"/>
            </a:avLst>
          </a:prstGeom>
          <a:solidFill>
            <a:srgbClr val="171F30"/>
          </a:solidFill>
          <a:ln w="12700">
            <a:solidFill>
              <a:srgbClr val="7C5C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0768" y="2670048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Territory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307238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context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3429000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and entities actually mean in your territory.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metadata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the Slime's own doc — the zone's ground truth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94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wire: </a:t>
            </a:r>
            <a:pPr indent="0" marL="0">
              <a:buNone/>
            </a:pPr>
            <a:r>
              <a:rPr lang="en-US" sz="1200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 &lt;kind&gt; …</a:t>
            </a:r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piece of knowledge that was in the worker's head and nowhere on disk. A Court Body's report with no @U line either had nothing unsaid or failed its duty; the dispatcher may ask with </a:t>
            </a:r>
            <a:pPr indent="0" marL="0">
              <a:buNone/>
            </a:pPr>
            <a:r>
              <a:rPr lang="en-US" sz="1200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@ASK … +unsaid</a:t>
            </a:r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Surface it before the context dies, before the gate verdict, before the distill wave.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— six beats a Court Body runs on its own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680972" cy="1965960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347472" cy="347472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810512"/>
            <a:ext cx="949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04288"/>
            <a:ext cx="13152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instruments: steps left, wall clock, context window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0276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85644" y="1645920"/>
            <a:ext cx="1680972" cy="1965960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8524" y="1828800"/>
            <a:ext cx="347472" cy="347472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68524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07436" y="1810512"/>
            <a:ext cx="949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68524" y="2304288"/>
            <a:ext cx="13152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memory by the step's question; carry anchors, not payloads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148328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31208" y="1645920"/>
            <a:ext cx="1680972" cy="1965960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4088" y="1828800"/>
            <a:ext cx="347472" cy="347472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14088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953000" y="1810512"/>
            <a:ext cx="949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14088" y="2304288"/>
            <a:ext cx="13152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step, one class: read · write · outward · destructive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993892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6772" y="1645920"/>
            <a:ext cx="1680972" cy="1965960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9652" y="1828800"/>
            <a:ext cx="347472" cy="347472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9652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798564" y="1810512"/>
            <a:ext cx="949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59652" y="2304288"/>
            <a:ext cx="13152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outward and destructive pass the human gate first — never auto-approved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839456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22336" y="1645920"/>
            <a:ext cx="1680972" cy="1965960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05216" y="1828800"/>
            <a:ext cx="347472" cy="347472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05216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644128" y="1810512"/>
            <a:ext cx="949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05216" y="2304288"/>
            <a:ext cx="13152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instrument reading; a failed verify is a failed act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685020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867900" y="1645920"/>
            <a:ext cx="1680972" cy="1965960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0780" y="1828800"/>
            <a:ext cx="347472" cy="347472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5078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0489692" y="1810512"/>
            <a:ext cx="949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050780" y="2304288"/>
            <a:ext cx="13152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the beat; land what was learned as a shared note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" y="3886200"/>
            <a:ext cx="54864" cy="1828800"/>
          </a:xfrm>
          <a:prstGeom prst="rect">
            <a:avLst/>
          </a:prstGeom>
          <a:solidFill>
            <a:srgbClr val="2695B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68680" y="3886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Autonomy, bounded by readings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868680" y="4297680"/>
            <a:ext cx="3118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— steps, minutes, context tokens — are read from instruments before every step, never felt. Past any of them the run checkpoints and stops honestly.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98264" y="3886200"/>
            <a:ext cx="54864" cy="1828800"/>
          </a:xfrm>
          <a:prstGeom prst="rect">
            <a:avLst/>
          </a:prstGeom>
          <a:solidFill>
            <a:srgbClr val="7C5CD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626864" y="3886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recovers, then escalates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4626864" y="4297680"/>
            <a:ext cx="3118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beat is journaled; a crashed or cleared run resumes from its journal. Retries are bounded; past them the run ends with @? to its dispatcher — never a guess, never forever.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56448" y="3886200"/>
            <a:ext cx="54864" cy="1828800"/>
          </a:xfrm>
          <a:prstGeom prst="rect">
            <a:avLst/>
          </a:prstGeom>
          <a:solidFill>
            <a:srgbClr val="BD8C2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385048" y="3886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gate for side effects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8385048" y="4297680"/>
            <a:ext cx="3118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Outward (network, other repos, git push) and destructive (rm, reset) steps need a real answer: a TTY y/N, an explicit pre-approval, or a dry run that only says what it would ask. An interrupted outward act is gated again, not replayed.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and protocol, one shape. </a:t>
            </a:r>
            <a:pPr indent="0" marL="0">
              <a:buNone/>
            </a:pPr>
            <a:r>
              <a:rPr lang="en-US" sz="1150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loop.js run &lt;plan&gt; --as &lt;body&gt;</a:t>
            </a:r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drives a scripted plan; an LLM-driven body follows the same six beats by hand, and there the gate is the host's own permission prompt — never worked around.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toolbox — a big registry, a small prompt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tools that fit the turn are injected — as pointers with known costs, never as bodies. The registry may grow without bound; the prompt does not.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92424" cy="2788920"/>
          </a:xfrm>
          <a:prstGeom prst="roundRect">
            <a:avLst>
              <a:gd name="adj" fmla="val 3279"/>
            </a:avLst>
          </a:prstGeom>
          <a:solidFill>
            <a:srgbClr val="171F30"/>
          </a:solidFill>
          <a:ln w="12700">
            <a:solidFill>
              <a:srgbClr val="2695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58568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6090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derived, never hand-kept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17520"/>
            <a:ext cx="2843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Mind, command, world tool, Body and named external — harvested from the world, each entry priced before injection: resident cost (its one-line description) and full cost (its body).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087368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FB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98264" y="2057400"/>
            <a:ext cx="3392424" cy="2788920"/>
          </a:xfrm>
          <a:prstGeom prst="roundRect">
            <a:avLst>
              <a:gd name="adj" fmla="val 3279"/>
            </a:avLst>
          </a:prstGeom>
          <a:solidFill>
            <a:srgbClr val="171F30"/>
          </a:solidFill>
          <a:ln w="12700">
            <a:solidFill>
              <a:srgbClr val="BD8C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72584" y="2258568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— manifest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266090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resident, per turn, budgeted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3017520"/>
            <a:ext cx="2843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turn's ask is ranked against the registry by trigger, meaning and relation; the picks fill a token budget (1,500 by default). What the body receives: names, one-liners, paths, and the cost of level 2 — the way a skill's frontmatter already sits in context.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845552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FB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156448" y="2057400"/>
            <a:ext cx="3392424" cy="2788920"/>
          </a:xfrm>
          <a:prstGeom prst="roundRect">
            <a:avLst>
              <a:gd name="adj" fmla="val 3279"/>
            </a:avLst>
          </a:prstGeom>
          <a:solidFill>
            <a:srgbClr val="171F30"/>
          </a:solidFill>
          <a:ln w="12700">
            <a:solidFill>
              <a:srgbClr val="7C5C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30768" y="2258568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— load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266090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body's own decision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3017520"/>
            <a:ext cx="2843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body decides to use a tool does it pull the full SKILL.md — whole, or one section by anchor. Every load is journaled, so status reports what was loaded against what was merely offered.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0D1424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521208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@TOOLS as=slime-auth k=2 cost=203/1500 — level 2 on decision only: toolbox.js load &lt;name&gt; [--sec N]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 mind tdd — .opencode/skills/tdd/SKILL.md — 95tok (load≈842) — trigger “test”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 mind code-review — .opencode/skills/code-review/SKILL.md — 108tok (load≈1648) — meaning 0.42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commands, native to OpenCode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84248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/isekai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96312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Reincarnates a directory: writes the law, the chronicle, the portraits — then, on a fresh founding, survey-populates it in the same pass.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23076" y="178308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97396" y="1984248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/genesis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7396" y="2496312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code and decides, itself, which Elves, Orcs and Slimes it needs, then births them. Offer-first, never silent.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950208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62272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 Mind across from another ecosystem's skill format into this one — a bridge, not a native OpenCode need.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23076" y="374904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97396" y="3950208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6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/mint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97396" y="4462272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 Body across the same way — names it on the way in, never mints one unnamed.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Nature 9 — the world watches itself</a:t>
            </a:r>
            <a:endParaRPr lang="en-US" sz="3000" dirty="0"/>
          </a:p>
        </p:txBody>
      </p:sp>
      <p:pic>
        <p:nvPicPr>
          <p:cNvPr id="3" name="Image 0" descr="/home/monta/convention-jura/presentations/src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834640"/>
            <a:ext cx="3636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9476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for the whole machine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276344" y="2834640"/>
            <a:ext cx="3636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4550664" y="379476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worlds, each at its own /name/ sub-path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912608" y="2834640"/>
            <a:ext cx="3636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C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8186928" y="379476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dashboard, live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4709160"/>
            <a:ext cx="9262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tempest.js — a zero-dependency instrument board. Reads every registered world fresh, per request, and reads real session usage from both OpenCode's own store and Claude Code's transcripts — nothing cached, nothing guessed.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194560" y="5532120"/>
            <a:ext cx="7799832" cy="0"/>
          </a:xfrm>
          <a:prstGeom prst="line">
            <a:avLst/>
          </a:prstGeom>
          <a:noFill/>
          <a:ln w="12700">
            <a:solidFill>
              <a:srgbClr val="1A243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669280"/>
            <a:ext cx="3636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1.18.31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6053328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installed + run live here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276344" y="5669280"/>
            <a:ext cx="3636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842M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504944" y="6053328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input tokens correctly counted (was 0.0M — undercount found by testing)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912608" y="5669280"/>
            <a:ext cx="3636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141208" y="6053328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found and fixed by an actual test script, not assumed away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throne, several mounts — model per rank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377440"/>
                <a:gridCol w="569671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/ 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retrieval, terse facts — no judgment, no writes.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Raphael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reasoning for a verdict — Opus for high-stakes domains.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 · Opus 5 · Fable 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prose; Opus for heavy synthesis; Fable when voice is the point.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 · Opus 5 · Fable 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default; Opus for conflict; Fable for the outward voice itself.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Reasoning-critical gate work — Opus for high-stakes domains.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real changes — narrow scope, not low judgment. Haiku only for mechanical zones.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Ascended ranks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judgment over an archive, or the last systemic check — task-driven, not just rarity.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run a codebase this 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survives the session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13055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session reads what the last one wrote — no re-deriving the same facts twice.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8892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lands without a gate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8211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 verifies the right Slime authored it, traits hold, the doc is truthful — before it counts as done.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84048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is built in, not bolted 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3367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instrument board, live, across every world on the machine — not a dashboard you have to remember to check.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8A6B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920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Harness-agnostic by design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852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 and Bodies cross from OpenCode into Claude Code and back — one convention, any coding harness, not a plugin bound to one vendor.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fix, start to finish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hypothetical — this is how </a:t>
            </a:r>
            <a:pPr indent="0" marL="0">
              <a:buNone/>
            </a:pPr>
            <a:r>
              <a:rPr lang="en-US" sz="1150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slime-db-role</a:t>
            </a:r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</a:t>
            </a:r>
            <a:pPr indent="0" marL="0">
              <a:buNone/>
            </a:pPr>
            <a:r>
              <a:rPr lang="en-US" sz="1150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path — a raw collection delete where every sibling used the proper </a:t>
            </a:r>
            <a:pPr indent="0" marL="0">
              <a:buNone/>
            </a:pPr>
            <a:r>
              <a:rPr lang="en-US" sz="1150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dropRole</a:t>
            </a:r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command — actually got fixed, found by </a:t>
            </a:r>
            <a:pPr indent="0" marL="0">
              <a:buNone/>
            </a:pPr>
            <a:r>
              <a:rPr lang="en-US" sz="1150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/genesis --depth deep</a:t>
            </a:r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git archaeology.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0" cy="260604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3A42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196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Rimuru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810512"/>
            <a:ext cx="8942832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scope with the human, routes the fix down.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822960" y="2866644"/>
            <a:ext cx="0" cy="260604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00884"/>
            <a:ext cx="365760" cy="365760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008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4460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Elf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2436876"/>
            <a:ext cx="8942832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domain, nothing to arbitrate — routes straight to the Orc.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22960" y="3493008"/>
            <a:ext cx="0" cy="260604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127248"/>
            <a:ext cx="365760" cy="365760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723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3063240"/>
            <a:ext cx="8942832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Great Sage for recon (read-wide, terse facts: every raw-delete / dropRole site), then the owning Slime.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4119372"/>
            <a:ext cx="0" cy="260604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53612"/>
            <a:ext cx="365760" cy="365760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7536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6987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Slime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3689604"/>
            <a:ext cx="8942832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its own territory, mirrors dropRole the way Delete and the sibling resource already do — updates its own doc's Traits in the same change.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22960" y="4745736"/>
            <a:ext cx="0" cy="260604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379976"/>
            <a:ext cx="365760" cy="365760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3251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606040" y="4315968"/>
            <a:ext cx="8942832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Raphael for the gate verdict: file:line evidence, right Slime authored, traits hold, doc truthful.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22960" y="5372100"/>
            <a:ext cx="0" cy="260604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006340"/>
            <a:ext cx="365760" cy="365760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5006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495147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606040" y="4942332"/>
            <a:ext cx="8942832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PASSes with evidence — lands the change, records the verdict.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40080" y="5632704"/>
            <a:ext cx="365760" cy="365760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5577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Ciel + Elf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2606040" y="5568696"/>
            <a:ext cx="8942832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Ciel journals it in log.md — Sonnet 5, its own floor: turning facts into house-format prose is voice work, never below Raphael's tier. Elf reports back to the human, one line, full courtesy.</a:t>
            </a:r>
            <a:endParaRPr lang="en-US" sz="108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rank hits its ceiling: escalate, never guess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Rule III — </a:t>
            </a:r>
            <a:pPr indent="0" marL="0">
              <a:buNone/>
            </a:pPr>
            <a:r>
              <a:rPr lang="en-US" sz="1150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Confirmation and Escalation</a:t>
            </a:r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Escalation moves by rank, one hop at a time — never skipping a level, never a handoff of the work itself, and it never guesses past confusion.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32104" y="2304288"/>
            <a:ext cx="0" cy="393192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384048" cy="38404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65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847088"/>
            <a:ext cx="8531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something it can't resolve at its own level: a request it can't parse, a doc that contradicts the code, an instrument reading it can't explain. Asks its immediate parent — never further up, never sideways.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32104" y="3081528"/>
            <a:ext cx="0" cy="393192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426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624328"/>
            <a:ext cx="8531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Orc is also stuck, it escalates again in turn — the same question, one hop further, not a rewrite of the problem.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" y="3858768"/>
            <a:ext cx="0" cy="393192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74720"/>
            <a:ext cx="384048" cy="38404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419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Elf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401568"/>
            <a:ext cx="8531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cross-domain judgment lands here — per the model table, this is where Elf steps up to Opus 5 for real arbitration, not routine coordination.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2104" y="4636008"/>
            <a:ext cx="0" cy="393192"/>
          </a:xfrm>
          <a:prstGeom prst="line">
            <a:avLst/>
          </a:prstGeom>
          <a:noFill/>
          <a:ln w="19050">
            <a:solidFill>
              <a:srgbClr val="D7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3A42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1970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Rimuru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4178808"/>
            <a:ext cx="8531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even the Elf can't resolve it, Rimuru is asked to bring it to Veldora directly — the one siphon that never narrows, in full human courtesy.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9743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Veldora (the human)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4956048"/>
            <a:ext cx="8531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or clarifies. Rimuru carries the resolved answer back down the same chain it came up.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7044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is about rank, not model — Fable 5.1 is only the Elf/Ciel office's voice-drafting model choice (model table), not an escalation step of its own.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actually help? We measured it.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isolated Claude Code sessions (Sonnet 5) fixed the same real, documented bug in terraform-provider-mongodb -- 3 with .isekai/ present, 3 with it stripped entirely. Not a pitch: a controlled comparison, graded against objective pass/fail criteria.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31464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377440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17520"/>
            <a:ext cx="2874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adopted the codebase's own canonical fix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28742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0/3 without -- which all settled for a narrower, incomplete patch despite the correct pattern sitting 20 lines away in the same file.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28744" y="2148840"/>
            <a:ext cx="3331464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57344" y="2377440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~3x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657344" y="3017520"/>
            <a:ext cx="2874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cost, not lower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57344" y="3611880"/>
            <a:ext cx="28742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$0.49 avg vs $0.17 avg per trial. The overhead is real: turns spent reading world docs, some irrelevant to the specific task.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17408" y="2148840"/>
            <a:ext cx="3331464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46008" y="2377440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3.35x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446008" y="3017520"/>
            <a:ext cx="2874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held across a 2nd chained task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46008" y="3611880"/>
            <a:ext cx="28742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second real task in the same sessions (claude -c). Caching cut everyone's marginal cost vs. a cold start -- but the with/without ratio didn't shrink.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578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decisions, not cheaper ones -- at least not within one small session on an 862-line codebase. The savings case this convention actually makes (skipping expensive cold exploration) needs a larger codebase or separate sessions over time to show up; this test doesn't have either, and says so.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D8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Claude Code compatibility</a:t>
            </a:r>
            <a:endParaRPr lang="en-US" sz="3000" dirty="0"/>
          </a:p>
        </p:txBody>
      </p:sp>
      <p:pic>
        <p:nvPicPr>
          <p:cNvPr id="4" name="Image 0" descr="/home/monta/convention-jura/presentations/src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828800"/>
            <a:ext cx="9354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was not designed OpenCode-only — </a:t>
            </a:r>
            <a:pPr indent="0" marL="0">
              <a:buNone/>
            </a:pPr>
            <a:r>
              <a:rPr lang="en-US" sz="1400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isekai.md</a:t>
            </a:r>
            <a:pPr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itself already treats </a:t>
            </a:r>
            <a:pPr indent="0" marL="0">
              <a:buNone/>
            </a:pPr>
            <a:r>
              <a:rPr lang="en-US" sz="1400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.opencode/</a:t>
            </a:r>
            <a:pPr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</a:t>
            </a:r>
            <a:pPr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two coexisting homes for the same Minds and Bodies.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46120"/>
            <a:ext cx="5225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/don and /mint bridge the gap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30168"/>
            <a:ext cx="52257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Claude-Code-only commands that port a Mind or Body from .opencode/ into .claude/skills/ or .claude/agents/ — a straight copy, since both ecosystems speak the same open Agent Skills format.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323076" y="3246120"/>
            <a:ext cx="5225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/isekai and /genesis run identically in both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323076" y="3630168"/>
            <a:ext cx="52257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world document, same population logic, either side — a world founded from OpenCode looks no different from one founded in Claude Code.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46320"/>
            <a:ext cx="5225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proof, not just a claim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230368"/>
            <a:ext cx="52257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palette-audit, a Mind built during this convention's own development, ships byte-identical in both .opencode/skills/ and .claude/skills/ right now.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323076" y="4846320"/>
            <a:ext cx="5225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tempest.js reads both ecosystems' usage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323076" y="5230368"/>
            <a:ext cx="52257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board reports real session activity from OpenCode's own store and Claude Code's own transcripts, side by side, on the same dashboard.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and now: the convention is a binary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tells the convention as it ran inside OpenCode and Claude Code. Since v0.1 every instrument is one Go binary — the law enforced in code. v0.3.0 is current.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566160"/>
                <a:gridCol w="44165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convention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isekai v0.3.0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/isekai, /genesis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init [--level light|medium|complex]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founds the world; medium reads the tree, complex asks the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memory.js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memory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tiers, native in the loop: recall before a step, remember 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toolbox.js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toolbox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two levels, one budget, in every turn's 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loop.js run &lt;plan&gt; --as &lt;body&gt;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run · isekai (the terminal)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six-beat loop with the gate, the guard and the sandbox in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tempest.js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dash · isekai board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page: the neural net in 2D and 3D, metrics, court, memory, toolbox, 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law in isekai.md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law as code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gate, human approval, territories, value, stress, evolution — off is always shown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OpenCode / Claude Code sessions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install --claude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binary's law inside Claude Code through its hooks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nta/convention-jura/presentations/src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5836" y="10515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146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Reincarnate any directory. One command.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0632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 init</a:t>
            </a:r>
            <a:endParaRPr lang="en-US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1645920" y="4297680"/>
            <a:ext cx="8897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remembers in documents, because sessions forget.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 itself through instruments, because memory alone cannot see stress.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2026-10-11T10:16:29Z</dcterms:created>
  <dcterms:modified xsi:type="dcterms:W3CDTF">2026-10-11T10:16:29Z</dcterms:modified>
</cp:coreProperties>
</file>